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8" r:id="rId4"/>
  </p:sldMasterIdLst>
  <p:notesMasterIdLst>
    <p:notesMasterId r:id="rId5"/>
  </p:notesMasterIdLst>
  <p:sldIdLst>
    <p:sldId id="256" r:id="rId6"/>
  </p:sldIdLst>
  <p:sldSz cy="65836800" cx="43891200"/>
  <p:notesSz cx="6858000" cy="9144000"/>
  <p:embeddedFontLst>
    <p:embeddedFont>
      <p:font typeface="Oxanium"/>
      <p:regular r:id="rId7"/>
      <p:bold r:id="rId8"/>
    </p:embeddedFont>
    <p:embeddedFont>
      <p:font typeface="Russo One"/>
      <p:regular r:id="rId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0044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00448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RussoOne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Oxanium-regular.fntdata"/><Relationship Id="rId8" Type="http://schemas.openxmlformats.org/officeDocument/2006/relationships/font" Target="fonts/Oxanium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310246" y="685800"/>
            <a:ext cx="238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/>
          <p:nvPr>
            <p:ph idx="2" type="sldImg"/>
          </p:nvPr>
        </p:nvSpPr>
        <p:spPr>
          <a:xfrm>
            <a:off x="2286000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1496200" y="91493376"/>
            <a:ext cx="40899000" cy="252224700"/>
          </a:xfrm>
          <a:prstGeom prst="rect">
            <a:avLst/>
          </a:prstGeom>
          <a:noFill/>
          <a:ln>
            <a:noFill/>
          </a:ln>
        </p:spPr>
        <p:txBody>
          <a:bodyPr anchorCtr="0" anchor="b" bIns="487600" lIns="487600" spcFirstLastPara="1" rIns="487600" wrap="square" tIns="4876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496160" y="348257280"/>
            <a:ext cx="40899000" cy="973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87600" lIns="487600" spcFirstLastPara="1" rIns="487600" wrap="square" tIns="4876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40667797" y="573016090"/>
            <a:ext cx="2633700" cy="4836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7600" lIns="487600" spcFirstLastPara="1" rIns="487600" wrap="square" tIns="4876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1496160" y="54684672"/>
            <a:ext cx="40899000" cy="703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87600" lIns="487600" spcFirstLastPara="1" rIns="487600" wrap="square" tIns="4876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1496160" y="141616128"/>
            <a:ext cx="40899000" cy="4198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87600" lIns="487600" spcFirstLastPara="1" rIns="487600" wrap="square" tIns="487600">
            <a:noAutofit/>
          </a:bodyPr>
          <a:lstStyle>
            <a:lvl1pPr indent="-838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Char char="●"/>
              <a:defRPr/>
            </a:lvl1pPr>
            <a:lvl2pPr indent="-704850" lvl="1" marL="914400" algn="l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SzPts val="7500"/>
              <a:buChar char="○"/>
              <a:defRPr/>
            </a:lvl2pPr>
            <a:lvl3pPr indent="-704850" lvl="2" marL="1371600" algn="l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SzPts val="7500"/>
              <a:buChar char="■"/>
              <a:defRPr/>
            </a:lvl3pPr>
            <a:lvl4pPr indent="-704850" lvl="3" marL="1828800" algn="l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SzPts val="7500"/>
              <a:buChar char="●"/>
              <a:defRPr/>
            </a:lvl4pPr>
            <a:lvl5pPr indent="-704850" lvl="4" marL="2286000" algn="l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SzPts val="7500"/>
              <a:buChar char="○"/>
              <a:defRPr/>
            </a:lvl5pPr>
            <a:lvl6pPr indent="-704850" lvl="5" marL="2743200" algn="l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SzPts val="7500"/>
              <a:buChar char="■"/>
              <a:defRPr/>
            </a:lvl6pPr>
            <a:lvl7pPr indent="-704850" lvl="6" marL="3200400" algn="l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SzPts val="7500"/>
              <a:buChar char="●"/>
              <a:defRPr/>
            </a:lvl7pPr>
            <a:lvl8pPr indent="-704850" lvl="7" marL="3657600" algn="l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SzPts val="7500"/>
              <a:buChar char="○"/>
              <a:defRPr/>
            </a:lvl8pPr>
            <a:lvl9pPr indent="-704850" lvl="8" marL="4114800" algn="l">
              <a:lnSpc>
                <a:spcPct val="115000"/>
              </a:lnSpc>
              <a:spcBef>
                <a:spcPts val="8500"/>
              </a:spcBef>
              <a:spcAft>
                <a:spcPts val="8500"/>
              </a:spcAft>
              <a:buSzPts val="75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40667797" y="573016090"/>
            <a:ext cx="2633700" cy="4836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7600" lIns="487600" spcFirstLastPara="1" rIns="487600" wrap="square" tIns="4876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1496160" y="54684672"/>
            <a:ext cx="40899000" cy="703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87600" lIns="487600" spcFirstLastPara="1" rIns="487600" wrap="square" tIns="4876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1496160" y="141616128"/>
            <a:ext cx="19199400" cy="4198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87600" lIns="487600" spcFirstLastPara="1" rIns="487600" wrap="square" tIns="487600">
            <a:noAutofit/>
          </a:bodyPr>
          <a:lstStyle>
            <a:lvl1pPr indent="-704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500"/>
              <a:buChar char="●"/>
              <a:defRPr sz="7500"/>
            </a:lvl1pPr>
            <a:lvl2pPr indent="-635000" lvl="1" marL="914400" algn="l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SzPts val="6400"/>
              <a:buChar char="○"/>
              <a:defRPr sz="6400"/>
            </a:lvl2pPr>
            <a:lvl3pPr indent="-635000" lvl="2" marL="1371600" algn="l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SzPts val="6400"/>
              <a:buChar char="■"/>
              <a:defRPr sz="6400"/>
            </a:lvl3pPr>
            <a:lvl4pPr indent="-635000" lvl="3" marL="1828800" algn="l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SzPts val="6400"/>
              <a:buChar char="●"/>
              <a:defRPr sz="6400"/>
            </a:lvl4pPr>
            <a:lvl5pPr indent="-635000" lvl="4" marL="2286000" algn="l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SzPts val="6400"/>
              <a:buChar char="○"/>
              <a:defRPr sz="6400"/>
            </a:lvl5pPr>
            <a:lvl6pPr indent="-635000" lvl="5" marL="2743200" algn="l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SzPts val="6400"/>
              <a:buChar char="■"/>
              <a:defRPr sz="6400"/>
            </a:lvl6pPr>
            <a:lvl7pPr indent="-635000" lvl="6" marL="3200400" algn="l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SzPts val="6400"/>
              <a:buChar char="●"/>
              <a:defRPr sz="6400"/>
            </a:lvl7pPr>
            <a:lvl8pPr indent="-635000" lvl="7" marL="3657600" algn="l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SzPts val="6400"/>
              <a:buChar char="○"/>
              <a:defRPr sz="6400"/>
            </a:lvl8pPr>
            <a:lvl9pPr indent="-635000" lvl="8" marL="4114800" algn="l">
              <a:lnSpc>
                <a:spcPct val="115000"/>
              </a:lnSpc>
              <a:spcBef>
                <a:spcPts val="8500"/>
              </a:spcBef>
              <a:spcAft>
                <a:spcPts val="8500"/>
              </a:spcAft>
              <a:buSzPts val="6400"/>
              <a:buChar char="■"/>
              <a:defRPr sz="6400"/>
            </a:lvl9pPr>
          </a:lstStyle>
          <a:p/>
        </p:txBody>
      </p:sp>
      <p:sp>
        <p:nvSpPr>
          <p:cNvPr id="20" name="Google Shape;20;p4"/>
          <p:cNvSpPr txBox="1"/>
          <p:nvPr>
            <p:ph idx="2" type="body"/>
          </p:nvPr>
        </p:nvSpPr>
        <p:spPr>
          <a:xfrm>
            <a:off x="23195520" y="141616128"/>
            <a:ext cx="19199400" cy="4198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87600" lIns="487600" spcFirstLastPara="1" rIns="487600" wrap="square" tIns="487600">
            <a:noAutofit/>
          </a:bodyPr>
          <a:lstStyle>
            <a:lvl1pPr indent="-704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500"/>
              <a:buChar char="●"/>
              <a:defRPr sz="7500"/>
            </a:lvl1pPr>
            <a:lvl2pPr indent="-635000" lvl="1" marL="914400" algn="l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SzPts val="6400"/>
              <a:buChar char="○"/>
              <a:defRPr sz="6400"/>
            </a:lvl2pPr>
            <a:lvl3pPr indent="-635000" lvl="2" marL="1371600" algn="l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SzPts val="6400"/>
              <a:buChar char="■"/>
              <a:defRPr sz="6400"/>
            </a:lvl3pPr>
            <a:lvl4pPr indent="-635000" lvl="3" marL="1828800" algn="l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SzPts val="6400"/>
              <a:buChar char="●"/>
              <a:defRPr sz="6400"/>
            </a:lvl4pPr>
            <a:lvl5pPr indent="-635000" lvl="4" marL="2286000" algn="l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SzPts val="6400"/>
              <a:buChar char="○"/>
              <a:defRPr sz="6400"/>
            </a:lvl5pPr>
            <a:lvl6pPr indent="-635000" lvl="5" marL="2743200" algn="l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SzPts val="6400"/>
              <a:buChar char="■"/>
              <a:defRPr sz="6400"/>
            </a:lvl6pPr>
            <a:lvl7pPr indent="-635000" lvl="6" marL="3200400" algn="l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SzPts val="6400"/>
              <a:buChar char="●"/>
              <a:defRPr sz="6400"/>
            </a:lvl7pPr>
            <a:lvl8pPr indent="-635000" lvl="7" marL="3657600" algn="l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SzPts val="6400"/>
              <a:buChar char="○"/>
              <a:defRPr sz="6400"/>
            </a:lvl8pPr>
            <a:lvl9pPr indent="-635000" lvl="8" marL="4114800" algn="l">
              <a:lnSpc>
                <a:spcPct val="115000"/>
              </a:lnSpc>
              <a:spcBef>
                <a:spcPts val="8500"/>
              </a:spcBef>
              <a:spcAft>
                <a:spcPts val="8500"/>
              </a:spcAft>
              <a:buSzPts val="6400"/>
              <a:buChar char="■"/>
              <a:defRPr sz="6400"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40667797" y="573016090"/>
            <a:ext cx="2633700" cy="4836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7600" lIns="487600" spcFirstLastPara="1" rIns="487600" wrap="square" tIns="4876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1496160" y="54684672"/>
            <a:ext cx="40899000" cy="703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87600" lIns="487600" spcFirstLastPara="1" rIns="487600" wrap="square" tIns="4876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40667797" y="573016090"/>
            <a:ext cx="2633700" cy="4836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7600" lIns="487600" spcFirstLastPara="1" rIns="487600" wrap="square" tIns="4876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1496160" y="68272128"/>
            <a:ext cx="13478400" cy="928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487600" lIns="487600" spcFirstLastPara="1" rIns="487600" wrap="square" tIns="4876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1496160" y="170754048"/>
            <a:ext cx="13478400" cy="390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87600" lIns="487600" spcFirstLastPara="1" rIns="487600" wrap="square" tIns="487600">
            <a:noAutofit/>
          </a:bodyPr>
          <a:lstStyle>
            <a:lvl1pPr indent="-635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1pPr>
            <a:lvl2pPr indent="-635000" lvl="1" marL="914400" algn="l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SzPts val="6400"/>
              <a:buChar char="○"/>
              <a:defRPr sz="6400"/>
            </a:lvl2pPr>
            <a:lvl3pPr indent="-635000" lvl="2" marL="1371600" algn="l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SzPts val="6400"/>
              <a:buChar char="■"/>
              <a:defRPr sz="6400"/>
            </a:lvl3pPr>
            <a:lvl4pPr indent="-635000" lvl="3" marL="1828800" algn="l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SzPts val="6400"/>
              <a:buChar char="●"/>
              <a:defRPr sz="6400"/>
            </a:lvl4pPr>
            <a:lvl5pPr indent="-635000" lvl="4" marL="2286000" algn="l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SzPts val="6400"/>
              <a:buChar char="○"/>
              <a:defRPr sz="6400"/>
            </a:lvl5pPr>
            <a:lvl6pPr indent="-635000" lvl="5" marL="2743200" algn="l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SzPts val="6400"/>
              <a:buChar char="■"/>
              <a:defRPr sz="6400"/>
            </a:lvl6pPr>
            <a:lvl7pPr indent="-635000" lvl="6" marL="3200400" algn="l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SzPts val="6400"/>
              <a:buChar char="●"/>
              <a:defRPr sz="6400"/>
            </a:lvl7pPr>
            <a:lvl8pPr indent="-635000" lvl="7" marL="3657600" algn="l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SzPts val="6400"/>
              <a:buChar char="○"/>
              <a:defRPr sz="6400"/>
            </a:lvl8pPr>
            <a:lvl9pPr indent="-635000" lvl="8" marL="4114800" algn="l">
              <a:lnSpc>
                <a:spcPct val="115000"/>
              </a:lnSpc>
              <a:spcBef>
                <a:spcPts val="8500"/>
              </a:spcBef>
              <a:spcAft>
                <a:spcPts val="8500"/>
              </a:spcAft>
              <a:buSzPts val="6400"/>
              <a:buChar char="■"/>
              <a:defRPr sz="6400"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40667797" y="573016090"/>
            <a:ext cx="2633700" cy="4836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7600" lIns="487600" spcFirstLastPara="1" rIns="487600" wrap="square" tIns="4876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2353200" y="55314432"/>
            <a:ext cx="30565500" cy="5026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7600" lIns="487600" spcFirstLastPara="1" rIns="487600" wrap="square" tIns="4876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40667797" y="573016090"/>
            <a:ext cx="2633700" cy="4836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7600" lIns="487600" spcFirstLastPara="1" rIns="487600" wrap="square" tIns="4876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/>
          <p:nvPr/>
        </p:nvSpPr>
        <p:spPr>
          <a:xfrm>
            <a:off x="21945600" y="-15360"/>
            <a:ext cx="21945600" cy="632033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87600" lIns="487600" spcFirstLastPara="1" rIns="487600" wrap="square" tIns="4876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8"/>
          <p:cNvSpPr txBox="1"/>
          <p:nvPr>
            <p:ph type="title"/>
          </p:nvPr>
        </p:nvSpPr>
        <p:spPr>
          <a:xfrm>
            <a:off x="1274400" y="151532544"/>
            <a:ext cx="19416900" cy="182142600"/>
          </a:xfrm>
          <a:prstGeom prst="rect">
            <a:avLst/>
          </a:prstGeom>
          <a:noFill/>
          <a:ln>
            <a:noFill/>
          </a:ln>
        </p:spPr>
        <p:txBody>
          <a:bodyPr anchorCtr="0" anchor="b" bIns="487600" lIns="487600" spcFirstLastPara="1" rIns="487600" wrap="square" tIns="4876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9pPr>
          </a:lstStyle>
          <a:p/>
        </p:txBody>
      </p:sp>
      <p:sp>
        <p:nvSpPr>
          <p:cNvPr id="35" name="Google Shape;35;p8"/>
          <p:cNvSpPr txBox="1"/>
          <p:nvPr>
            <p:ph idx="1" type="subTitle"/>
          </p:nvPr>
        </p:nvSpPr>
        <p:spPr>
          <a:xfrm>
            <a:off x="1274400" y="344441856"/>
            <a:ext cx="19416900" cy="1517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87600" lIns="487600" spcFirstLastPara="1" rIns="487600" wrap="square" tIns="4876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9pPr>
          </a:lstStyle>
          <a:p/>
        </p:txBody>
      </p:sp>
      <p:sp>
        <p:nvSpPr>
          <p:cNvPr id="36" name="Google Shape;36;p8"/>
          <p:cNvSpPr txBox="1"/>
          <p:nvPr>
            <p:ph idx="2" type="body"/>
          </p:nvPr>
        </p:nvSpPr>
        <p:spPr>
          <a:xfrm>
            <a:off x="23709600" y="88974336"/>
            <a:ext cx="18417600" cy="45405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7600" lIns="487600" spcFirstLastPara="1" rIns="487600" wrap="square" tIns="487600">
            <a:noAutofit/>
          </a:bodyPr>
          <a:lstStyle>
            <a:lvl1pPr indent="-838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Char char="●"/>
              <a:defRPr/>
            </a:lvl1pPr>
            <a:lvl2pPr indent="-704850" lvl="1" marL="914400" algn="l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SzPts val="7500"/>
              <a:buChar char="○"/>
              <a:defRPr/>
            </a:lvl2pPr>
            <a:lvl3pPr indent="-704850" lvl="2" marL="1371600" algn="l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SzPts val="7500"/>
              <a:buChar char="■"/>
              <a:defRPr/>
            </a:lvl3pPr>
            <a:lvl4pPr indent="-704850" lvl="3" marL="1828800" algn="l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SzPts val="7500"/>
              <a:buChar char="●"/>
              <a:defRPr/>
            </a:lvl4pPr>
            <a:lvl5pPr indent="-704850" lvl="4" marL="2286000" algn="l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SzPts val="7500"/>
              <a:buChar char="○"/>
              <a:defRPr/>
            </a:lvl5pPr>
            <a:lvl6pPr indent="-704850" lvl="5" marL="2743200" algn="l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SzPts val="7500"/>
              <a:buChar char="■"/>
              <a:defRPr/>
            </a:lvl6pPr>
            <a:lvl7pPr indent="-704850" lvl="6" marL="3200400" algn="l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SzPts val="7500"/>
              <a:buChar char="●"/>
              <a:defRPr/>
            </a:lvl7pPr>
            <a:lvl8pPr indent="-704850" lvl="7" marL="3657600" algn="l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SzPts val="7500"/>
              <a:buChar char="○"/>
              <a:defRPr/>
            </a:lvl8pPr>
            <a:lvl9pPr indent="-704850" lvl="8" marL="4114800" algn="l">
              <a:lnSpc>
                <a:spcPct val="115000"/>
              </a:lnSpc>
              <a:spcBef>
                <a:spcPts val="8500"/>
              </a:spcBef>
              <a:spcAft>
                <a:spcPts val="8500"/>
              </a:spcAft>
              <a:buSzPts val="7500"/>
              <a:buChar char="■"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40667797" y="573016090"/>
            <a:ext cx="2633700" cy="4836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7600" lIns="487600" spcFirstLastPara="1" rIns="487600" wrap="square" tIns="4876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/>
          <p:nvPr>
            <p:ph idx="1" type="body"/>
          </p:nvPr>
        </p:nvSpPr>
        <p:spPr>
          <a:xfrm>
            <a:off x="1496160" y="519853075"/>
            <a:ext cx="28794300" cy="743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7600" lIns="487600" spcFirstLastPara="1" rIns="487600" wrap="square" tIns="4876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/>
            </a:lvl1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40667797" y="573016090"/>
            <a:ext cx="2633700" cy="4836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7600" lIns="487600" spcFirstLastPara="1" rIns="487600" wrap="square" tIns="4876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hasCustomPrompt="1" type="title"/>
          </p:nvPr>
        </p:nvSpPr>
        <p:spPr>
          <a:xfrm>
            <a:off x="1496160" y="135920640"/>
            <a:ext cx="40899000" cy="241275000"/>
          </a:xfrm>
          <a:prstGeom prst="rect">
            <a:avLst/>
          </a:prstGeom>
          <a:noFill/>
          <a:ln>
            <a:noFill/>
          </a:ln>
        </p:spPr>
        <p:txBody>
          <a:bodyPr anchorCtr="0" anchor="b" bIns="487600" lIns="487600" spcFirstLastPara="1" rIns="487600" wrap="square" tIns="4876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9pPr>
          </a:lstStyle>
          <a:p>
            <a:r>
              <a:t>xx%</a:t>
            </a:r>
          </a:p>
        </p:txBody>
      </p:sp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1496160" y="387345427"/>
            <a:ext cx="40899000" cy="1598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87600" lIns="487600" spcFirstLastPara="1" rIns="487600" wrap="square" tIns="487600">
            <a:noAutofit/>
          </a:bodyPr>
          <a:lstStyle>
            <a:lvl1pPr indent="-8382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Char char="●"/>
              <a:defRPr/>
            </a:lvl1pPr>
            <a:lvl2pPr indent="-704850" lvl="1" marL="914400" algn="ctr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SzPts val="7500"/>
              <a:buChar char="○"/>
              <a:defRPr/>
            </a:lvl2pPr>
            <a:lvl3pPr indent="-704850" lvl="2" marL="1371600" algn="ctr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SzPts val="7500"/>
              <a:buChar char="■"/>
              <a:defRPr/>
            </a:lvl3pPr>
            <a:lvl4pPr indent="-704850" lvl="3" marL="1828800" algn="ctr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SzPts val="7500"/>
              <a:buChar char="●"/>
              <a:defRPr/>
            </a:lvl4pPr>
            <a:lvl5pPr indent="-704850" lvl="4" marL="2286000" algn="ctr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SzPts val="7500"/>
              <a:buChar char="○"/>
              <a:defRPr/>
            </a:lvl5pPr>
            <a:lvl6pPr indent="-704850" lvl="5" marL="2743200" algn="ctr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SzPts val="7500"/>
              <a:buChar char="■"/>
              <a:defRPr/>
            </a:lvl6pPr>
            <a:lvl7pPr indent="-704850" lvl="6" marL="3200400" algn="ctr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SzPts val="7500"/>
              <a:buChar char="●"/>
              <a:defRPr/>
            </a:lvl7pPr>
            <a:lvl8pPr indent="-704850" lvl="7" marL="3657600" algn="ctr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SzPts val="7500"/>
              <a:buChar char="○"/>
              <a:defRPr/>
            </a:lvl8pPr>
            <a:lvl9pPr indent="-704850" lvl="8" marL="4114800" algn="ctr">
              <a:lnSpc>
                <a:spcPct val="115000"/>
              </a:lnSpc>
              <a:spcBef>
                <a:spcPts val="8500"/>
              </a:spcBef>
              <a:spcAft>
                <a:spcPts val="8500"/>
              </a:spcAft>
              <a:buSzPts val="7500"/>
              <a:buChar char="■"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40667797" y="573016090"/>
            <a:ext cx="2633700" cy="4836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7600" lIns="487600" spcFirstLastPara="1" rIns="487600" wrap="square" tIns="4876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idx="12" type="sldNum"/>
          </p:nvPr>
        </p:nvSpPr>
        <p:spPr>
          <a:xfrm>
            <a:off x="40667797" y="573016090"/>
            <a:ext cx="2633700" cy="4836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7600" lIns="487600" spcFirstLastPara="1" rIns="487600" wrap="square" tIns="4876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496160" y="54684672"/>
            <a:ext cx="40899000" cy="703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87600" lIns="487600" spcFirstLastPara="1" rIns="487600" wrap="square" tIns="4876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Font typeface="Arial"/>
              <a:buNone/>
              <a:defRPr b="0" i="0" sz="14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Font typeface="Arial"/>
              <a:buNone/>
              <a:defRPr b="0" i="0" sz="14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Font typeface="Arial"/>
              <a:buNone/>
              <a:defRPr b="0" i="0" sz="14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Font typeface="Arial"/>
              <a:buNone/>
              <a:defRPr b="0" i="0" sz="14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Font typeface="Arial"/>
              <a:buNone/>
              <a:defRPr b="0" i="0" sz="14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Font typeface="Arial"/>
              <a:buNone/>
              <a:defRPr b="0" i="0" sz="14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Font typeface="Arial"/>
              <a:buNone/>
              <a:defRPr b="0" i="0" sz="14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Font typeface="Arial"/>
              <a:buNone/>
              <a:defRPr b="0" i="0" sz="14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Font typeface="Arial"/>
              <a:buNone/>
              <a:defRPr b="0" i="0" sz="14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496160" y="141616128"/>
            <a:ext cx="40899000" cy="4198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87600" lIns="487600" spcFirstLastPara="1" rIns="487600" wrap="square" tIns="487600">
            <a:noAutofit/>
          </a:bodyPr>
          <a:lstStyle>
            <a:lvl1pPr indent="-838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Arial"/>
              <a:buChar char="●"/>
              <a:defRPr b="0" i="0" sz="9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704850" lvl="1" marL="914400" marR="0" rtl="0" algn="l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Arial"/>
              <a:buChar char="○"/>
              <a:defRPr b="0" i="0" sz="7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704850" lvl="2" marL="1371600" marR="0" rtl="0" algn="l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Arial"/>
              <a:buChar char="■"/>
              <a:defRPr b="0" i="0" sz="7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704850" lvl="3" marL="1828800" marR="0" rtl="0" algn="l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Arial"/>
              <a:buChar char="●"/>
              <a:defRPr b="0" i="0" sz="7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704850" lvl="4" marL="2286000" marR="0" rtl="0" algn="l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Arial"/>
              <a:buChar char="○"/>
              <a:defRPr b="0" i="0" sz="7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704850" lvl="5" marL="2743200" marR="0" rtl="0" algn="l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Arial"/>
              <a:buChar char="■"/>
              <a:defRPr b="0" i="0" sz="7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704850" lvl="6" marL="3200400" marR="0" rtl="0" algn="l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Arial"/>
              <a:buChar char="●"/>
              <a:defRPr b="0" i="0" sz="7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704850" lvl="7" marL="3657600" marR="0" rtl="0" algn="l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Arial"/>
              <a:buChar char="○"/>
              <a:defRPr b="0" i="0" sz="7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704850" lvl="8" marL="4114800" marR="0" rtl="0" algn="l">
              <a:lnSpc>
                <a:spcPct val="115000"/>
              </a:lnSpc>
              <a:spcBef>
                <a:spcPts val="8500"/>
              </a:spcBef>
              <a:spcAft>
                <a:spcPts val="8500"/>
              </a:spcAft>
              <a:buClr>
                <a:schemeClr val="dk2"/>
              </a:buClr>
              <a:buSzPts val="7500"/>
              <a:buFont typeface="Arial"/>
              <a:buChar char="■"/>
              <a:defRPr b="0" i="0" sz="7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40667797" y="573016090"/>
            <a:ext cx="2633700" cy="4836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7600" lIns="487600" spcFirstLastPara="1" rIns="487600" wrap="square" tIns="4876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B0EA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/>
          <p:nvPr/>
        </p:nvSpPr>
        <p:spPr>
          <a:xfrm>
            <a:off x="187050" y="23719550"/>
            <a:ext cx="20777400" cy="310932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2"/>
          <p:cNvSpPr/>
          <p:nvPr/>
        </p:nvSpPr>
        <p:spPr>
          <a:xfrm>
            <a:off x="21184250" y="16020350"/>
            <a:ext cx="22422600" cy="184698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" name="Google Shape;53;p12"/>
          <p:cNvPicPr preferRelativeResize="0"/>
          <p:nvPr/>
        </p:nvPicPr>
        <p:blipFill rotWithShape="1">
          <a:blip r:embed="rId3">
            <a:alphaModFix/>
          </a:blip>
          <a:srcRect b="44689" l="3575" r="4027" t="37935"/>
          <a:stretch/>
        </p:blipFill>
        <p:spPr>
          <a:xfrm>
            <a:off x="0" y="0"/>
            <a:ext cx="43891200" cy="4908849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2"/>
          <p:cNvSpPr/>
          <p:nvPr/>
        </p:nvSpPr>
        <p:spPr>
          <a:xfrm>
            <a:off x="0" y="0"/>
            <a:ext cx="43891200" cy="4922700"/>
          </a:xfrm>
          <a:prstGeom prst="rect">
            <a:avLst/>
          </a:prstGeom>
          <a:solidFill>
            <a:schemeClr val="dk1">
              <a:alpha val="49411"/>
            </a:schemeClr>
          </a:solidFill>
          <a:ln cap="flat" cmpd="sng" w="25400">
            <a:solidFill>
              <a:srgbClr val="6B48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2"/>
          <p:cNvSpPr txBox="1"/>
          <p:nvPr/>
        </p:nvSpPr>
        <p:spPr>
          <a:xfrm>
            <a:off x="205400" y="111600"/>
            <a:ext cx="43419900" cy="417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0">
                <a:solidFill>
                  <a:schemeClr val="lt1"/>
                </a:solidFill>
                <a:latin typeface="Oxanium"/>
                <a:ea typeface="Oxanium"/>
                <a:cs typeface="Oxanium"/>
                <a:sym typeface="Oxanium"/>
              </a:rPr>
              <a:t>Name of Project: Description of Project (Insert Image of Project Behind Translucent Black Rectangle)</a:t>
            </a:r>
            <a:endParaRPr sz="13000">
              <a:solidFill>
                <a:srgbClr val="FFFFFF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  <p:sp>
        <p:nvSpPr>
          <p:cNvPr id="56" name="Google Shape;56;p12"/>
          <p:cNvSpPr/>
          <p:nvPr/>
        </p:nvSpPr>
        <p:spPr>
          <a:xfrm>
            <a:off x="203075" y="54959250"/>
            <a:ext cx="20777400" cy="107862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2"/>
          <p:cNvSpPr/>
          <p:nvPr/>
        </p:nvSpPr>
        <p:spPr>
          <a:xfrm>
            <a:off x="200950" y="16781175"/>
            <a:ext cx="20777400" cy="67971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2"/>
          <p:cNvSpPr/>
          <p:nvPr/>
        </p:nvSpPr>
        <p:spPr>
          <a:xfrm>
            <a:off x="175325" y="5034700"/>
            <a:ext cx="20805300" cy="116067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2"/>
          <p:cNvSpPr/>
          <p:nvPr/>
        </p:nvSpPr>
        <p:spPr>
          <a:xfrm>
            <a:off x="12576509" y="17385504"/>
            <a:ext cx="8525400" cy="863400"/>
          </a:xfrm>
          <a:prstGeom prst="flowChartAlternateProcess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" sz="5000" u="none" cap="none" strike="noStrike">
                <a:solidFill>
                  <a:srgbClr val="00B0EA"/>
                </a:solidFill>
                <a:latin typeface="Russo One"/>
                <a:ea typeface="Russo One"/>
                <a:cs typeface="Russo One"/>
                <a:sym typeface="Russo One"/>
              </a:rPr>
              <a:t>Materials/Cost breakdown</a:t>
            </a:r>
            <a:endParaRPr b="0" i="0" sz="5000" u="none" cap="none" strike="noStrike">
              <a:solidFill>
                <a:srgbClr val="00B0EA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  <p:sp>
        <p:nvSpPr>
          <p:cNvPr id="60" name="Google Shape;60;p12"/>
          <p:cNvSpPr/>
          <p:nvPr/>
        </p:nvSpPr>
        <p:spPr>
          <a:xfrm>
            <a:off x="6747425" y="5144865"/>
            <a:ext cx="8989800" cy="883200"/>
          </a:xfrm>
          <a:prstGeom prst="flowChartAlternateProcess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" sz="5000" u="none" cap="none" strike="noStrike">
                <a:solidFill>
                  <a:srgbClr val="00B0EA"/>
                </a:solidFill>
                <a:latin typeface="Russo One"/>
                <a:ea typeface="Russo One"/>
                <a:cs typeface="Russo One"/>
                <a:sym typeface="Russo One"/>
              </a:rPr>
              <a:t>Problem/Question</a:t>
            </a:r>
            <a:endParaRPr b="0" i="0" sz="5000" u="none" cap="none" strike="noStrike">
              <a:solidFill>
                <a:srgbClr val="00B0EA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  <p:sp>
        <p:nvSpPr>
          <p:cNvPr id="61" name="Google Shape;61;p12"/>
          <p:cNvSpPr/>
          <p:nvPr/>
        </p:nvSpPr>
        <p:spPr>
          <a:xfrm>
            <a:off x="7174175" y="8465563"/>
            <a:ext cx="8167800" cy="882000"/>
          </a:xfrm>
          <a:prstGeom prst="flowChartAlternateProcess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" sz="5000" u="none" cap="none" strike="noStrike">
                <a:solidFill>
                  <a:srgbClr val="00B0EA"/>
                </a:solidFill>
                <a:latin typeface="Russo One"/>
                <a:ea typeface="Russo One"/>
                <a:cs typeface="Russo One"/>
                <a:sym typeface="Russo One"/>
              </a:rPr>
              <a:t>Engineering Goal</a:t>
            </a:r>
            <a:endParaRPr b="0" i="0" sz="5000" u="none" cap="none" strike="noStrike">
              <a:solidFill>
                <a:srgbClr val="00B0EA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  <p:sp>
        <p:nvSpPr>
          <p:cNvPr id="62" name="Google Shape;62;p12"/>
          <p:cNvSpPr/>
          <p:nvPr/>
        </p:nvSpPr>
        <p:spPr>
          <a:xfrm>
            <a:off x="583917" y="23657350"/>
            <a:ext cx="19988100" cy="1193100"/>
          </a:xfrm>
          <a:prstGeom prst="flowChartAlternateProcess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" sz="5000" u="none" cap="none" strike="noStrike">
                <a:solidFill>
                  <a:srgbClr val="00B0EA"/>
                </a:solidFill>
                <a:latin typeface="Russo One"/>
                <a:ea typeface="Russo One"/>
                <a:cs typeface="Russo One"/>
                <a:sym typeface="Russo One"/>
              </a:rPr>
              <a:t>Design</a:t>
            </a:r>
            <a:endParaRPr b="0" i="0" sz="5000" u="none" cap="none" strike="noStrike">
              <a:solidFill>
                <a:srgbClr val="00B0EA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  <p:sp>
        <p:nvSpPr>
          <p:cNvPr id="63" name="Google Shape;63;p12"/>
          <p:cNvSpPr/>
          <p:nvPr/>
        </p:nvSpPr>
        <p:spPr>
          <a:xfrm>
            <a:off x="3609075" y="54812802"/>
            <a:ext cx="12617700" cy="1193100"/>
          </a:xfrm>
          <a:prstGeom prst="flowChartAlternateProcess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" sz="5000" u="none" cap="none" strike="noStrike">
                <a:solidFill>
                  <a:srgbClr val="00B0EA"/>
                </a:solidFill>
                <a:latin typeface="Russo One"/>
                <a:ea typeface="Russo One"/>
                <a:cs typeface="Russo One"/>
                <a:sym typeface="Russo One"/>
              </a:rPr>
              <a:t>Mechanical Assembly/Wiring</a:t>
            </a:r>
            <a:endParaRPr b="0" i="0" sz="5000" u="none" cap="none" strike="noStrike">
              <a:solidFill>
                <a:srgbClr val="00B0EA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  <p:sp>
        <p:nvSpPr>
          <p:cNvPr id="64" name="Google Shape;64;p12"/>
          <p:cNvSpPr txBox="1"/>
          <p:nvPr/>
        </p:nvSpPr>
        <p:spPr>
          <a:xfrm>
            <a:off x="9121950" y="24589179"/>
            <a:ext cx="2907600" cy="6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Mechanical</a:t>
            </a:r>
            <a:endParaRPr b="1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2"/>
          <p:cNvSpPr txBox="1"/>
          <p:nvPr/>
        </p:nvSpPr>
        <p:spPr>
          <a:xfrm>
            <a:off x="4099190" y="38977154"/>
            <a:ext cx="2247900" cy="6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Electrical</a:t>
            </a:r>
            <a:endParaRPr b="1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2"/>
          <p:cNvSpPr txBox="1"/>
          <p:nvPr/>
        </p:nvSpPr>
        <p:spPr>
          <a:xfrm>
            <a:off x="15494725" y="38895328"/>
            <a:ext cx="1565400" cy="6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Coding</a:t>
            </a:r>
            <a:endParaRPr b="1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2"/>
          <p:cNvSpPr/>
          <p:nvPr/>
        </p:nvSpPr>
        <p:spPr>
          <a:xfrm>
            <a:off x="8420401" y="16908588"/>
            <a:ext cx="4493400" cy="1773600"/>
          </a:xfrm>
          <a:prstGeom prst="flowChartAlternateProcess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" sz="5000" u="none" cap="none" strike="noStrike">
                <a:solidFill>
                  <a:srgbClr val="00B0EA"/>
                </a:solidFill>
                <a:latin typeface="Russo One"/>
                <a:ea typeface="Russo One"/>
                <a:cs typeface="Russo One"/>
                <a:sym typeface="Russo One"/>
              </a:rPr>
              <a:t>Background </a:t>
            </a:r>
            <a:endParaRPr b="0" i="0" sz="5000" u="none" cap="none" strike="noStrike">
              <a:solidFill>
                <a:srgbClr val="00B0EA"/>
              </a:solidFill>
              <a:latin typeface="Russo One"/>
              <a:ea typeface="Russo One"/>
              <a:cs typeface="Russo One"/>
              <a:sym typeface="Russo On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" sz="5000" u="none" cap="none" strike="noStrike">
                <a:solidFill>
                  <a:srgbClr val="00B0EA"/>
                </a:solidFill>
                <a:latin typeface="Russo One"/>
                <a:ea typeface="Russo One"/>
                <a:cs typeface="Russo One"/>
                <a:sym typeface="Russo One"/>
              </a:rPr>
              <a:t>Research</a:t>
            </a:r>
            <a:r>
              <a:rPr b="1" i="0" lang="en" sz="5000" u="none" cap="none" strike="noStrike">
                <a:solidFill>
                  <a:srgbClr val="00B0EA"/>
                </a:solidFill>
                <a:latin typeface="Russo One"/>
                <a:ea typeface="Russo One"/>
                <a:cs typeface="Russo One"/>
                <a:sym typeface="Russo One"/>
              </a:rPr>
              <a:t> </a:t>
            </a:r>
            <a:endParaRPr b="1" i="0" sz="5000" u="none" cap="none" strike="noStrike">
              <a:solidFill>
                <a:srgbClr val="00B0EA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  <p:cxnSp>
        <p:nvCxnSpPr>
          <p:cNvPr id="68" name="Google Shape;68;p12"/>
          <p:cNvCxnSpPr/>
          <p:nvPr/>
        </p:nvCxnSpPr>
        <p:spPr>
          <a:xfrm flipH="1">
            <a:off x="10994122" y="39037123"/>
            <a:ext cx="42900" cy="15299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" name="Google Shape;69;p12"/>
          <p:cNvCxnSpPr/>
          <p:nvPr/>
        </p:nvCxnSpPr>
        <p:spPr>
          <a:xfrm>
            <a:off x="728025" y="38897523"/>
            <a:ext cx="19816800" cy="138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" name="Google Shape;70;p12"/>
          <p:cNvSpPr/>
          <p:nvPr/>
        </p:nvSpPr>
        <p:spPr>
          <a:xfrm>
            <a:off x="219425" y="17026863"/>
            <a:ext cx="7870500" cy="1403700"/>
          </a:xfrm>
          <a:prstGeom prst="flowChartAlternateProcess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" sz="5000" u="none" cap="none" strike="noStrike">
                <a:solidFill>
                  <a:srgbClr val="00B0EA"/>
                </a:solidFill>
                <a:latin typeface="Russo One"/>
                <a:ea typeface="Russo One"/>
                <a:cs typeface="Russo One"/>
                <a:sym typeface="Russo One"/>
              </a:rPr>
              <a:t>Design Constraints/Variables</a:t>
            </a:r>
            <a:endParaRPr b="0" i="0" sz="6400" u="none" cap="none" strike="noStrike">
              <a:solidFill>
                <a:srgbClr val="00B0EA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  <p:sp>
        <p:nvSpPr>
          <p:cNvPr id="71" name="Google Shape;71;p12"/>
          <p:cNvSpPr/>
          <p:nvPr/>
        </p:nvSpPr>
        <p:spPr>
          <a:xfrm>
            <a:off x="21232650" y="34722200"/>
            <a:ext cx="22422600" cy="253497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2"/>
          <p:cNvSpPr/>
          <p:nvPr/>
        </p:nvSpPr>
        <p:spPr>
          <a:xfrm>
            <a:off x="27504300" y="60250075"/>
            <a:ext cx="16150800" cy="54957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2"/>
          <p:cNvSpPr/>
          <p:nvPr/>
        </p:nvSpPr>
        <p:spPr>
          <a:xfrm>
            <a:off x="21232325" y="60250075"/>
            <a:ext cx="6111900" cy="54957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/>
          <p:nvPr/>
        </p:nvSpPr>
        <p:spPr>
          <a:xfrm>
            <a:off x="21220700" y="5066675"/>
            <a:ext cx="22422600" cy="108498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2"/>
          <p:cNvSpPr/>
          <p:nvPr/>
        </p:nvSpPr>
        <p:spPr>
          <a:xfrm>
            <a:off x="28076075" y="34702250"/>
            <a:ext cx="7545000" cy="1125000"/>
          </a:xfrm>
          <a:prstGeom prst="flowChartAlternateProcess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" sz="5000" u="none" cap="none" strike="noStrike">
                <a:solidFill>
                  <a:srgbClr val="00B0EA"/>
                </a:solidFill>
                <a:latin typeface="Russo One"/>
                <a:ea typeface="Russo One"/>
                <a:cs typeface="Russo One"/>
                <a:sym typeface="Russo One"/>
              </a:rPr>
              <a:t>Data Analysis</a:t>
            </a:r>
            <a:endParaRPr b="0" i="0" sz="5000" u="none" cap="none" strike="noStrike">
              <a:solidFill>
                <a:srgbClr val="00B0EA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  <p:sp>
        <p:nvSpPr>
          <p:cNvPr id="76" name="Google Shape;76;p12"/>
          <p:cNvSpPr/>
          <p:nvPr/>
        </p:nvSpPr>
        <p:spPr>
          <a:xfrm>
            <a:off x="23261200" y="16203615"/>
            <a:ext cx="18073200" cy="685800"/>
          </a:xfrm>
          <a:prstGeom prst="flowChartAlternateProcess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" sz="5000" u="none" cap="none" strike="noStrike">
                <a:solidFill>
                  <a:srgbClr val="00B0EA"/>
                </a:solidFill>
                <a:latin typeface="Russo One"/>
                <a:ea typeface="Russo One"/>
                <a:cs typeface="Russo One"/>
                <a:sym typeface="Russo One"/>
              </a:rPr>
              <a:t>Data Collection Procedure/ Testing</a:t>
            </a:r>
            <a:endParaRPr b="0" i="0" sz="5000" u="none" cap="none" strike="noStrike">
              <a:solidFill>
                <a:srgbClr val="00B0EA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  <p:sp>
        <p:nvSpPr>
          <p:cNvPr id="77" name="Google Shape;77;p12"/>
          <p:cNvSpPr/>
          <p:nvPr/>
        </p:nvSpPr>
        <p:spPr>
          <a:xfrm>
            <a:off x="22365263" y="60213550"/>
            <a:ext cx="3935400" cy="1147200"/>
          </a:xfrm>
          <a:prstGeom prst="flowChartAlternateProcess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" sz="5000" u="none" cap="none" strike="noStrike">
                <a:solidFill>
                  <a:srgbClr val="00B0EA"/>
                </a:solidFill>
                <a:latin typeface="Russo One"/>
                <a:ea typeface="Russo One"/>
                <a:cs typeface="Russo One"/>
                <a:sym typeface="Russo One"/>
              </a:rPr>
              <a:t>Conclusion</a:t>
            </a:r>
            <a:endParaRPr b="0" i="0" sz="5000" u="none" cap="none" strike="noStrike">
              <a:solidFill>
                <a:srgbClr val="00B0EA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  <p:sp>
        <p:nvSpPr>
          <p:cNvPr id="78" name="Google Shape;78;p12"/>
          <p:cNvSpPr/>
          <p:nvPr/>
        </p:nvSpPr>
        <p:spPr>
          <a:xfrm>
            <a:off x="28508200" y="5095675"/>
            <a:ext cx="6788400" cy="992700"/>
          </a:xfrm>
          <a:prstGeom prst="flowChartAlternateProcess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" sz="5000" u="none" cap="none" strike="noStrike">
                <a:solidFill>
                  <a:srgbClr val="00B0EA"/>
                </a:solidFill>
                <a:latin typeface="Russo One"/>
                <a:ea typeface="Russo One"/>
                <a:cs typeface="Russo One"/>
                <a:sym typeface="Russo One"/>
              </a:rPr>
              <a:t>Programming</a:t>
            </a:r>
            <a:endParaRPr b="0" i="0" sz="5000" u="none" cap="none" strike="noStrike">
              <a:solidFill>
                <a:srgbClr val="00B0EA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  <p:sp>
        <p:nvSpPr>
          <p:cNvPr id="79" name="Google Shape;79;p12"/>
          <p:cNvSpPr/>
          <p:nvPr/>
        </p:nvSpPr>
        <p:spPr>
          <a:xfrm>
            <a:off x="32796375" y="60569313"/>
            <a:ext cx="5050200" cy="400200"/>
          </a:xfrm>
          <a:prstGeom prst="flowChartAlternateProcess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" sz="5000" u="none" cap="none" strike="noStrike">
                <a:solidFill>
                  <a:srgbClr val="00B0EA"/>
                </a:solidFill>
                <a:latin typeface="Russo One"/>
                <a:ea typeface="Russo One"/>
                <a:cs typeface="Russo One"/>
                <a:sym typeface="Russo One"/>
              </a:rPr>
              <a:t>Work Cited</a:t>
            </a:r>
            <a:endParaRPr b="0" i="0" sz="5000" u="none" cap="none" strike="noStrike">
              <a:solidFill>
                <a:srgbClr val="00B0EA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  <p:sp>
        <p:nvSpPr>
          <p:cNvPr id="80" name="Google Shape;80;p12"/>
          <p:cNvSpPr txBox="1"/>
          <p:nvPr/>
        </p:nvSpPr>
        <p:spPr>
          <a:xfrm>
            <a:off x="21375375" y="35220775"/>
            <a:ext cx="2791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" sz="3000">
                <a:solidFill>
                  <a:schemeClr val="dk1"/>
                </a:solidFill>
              </a:rPr>
              <a:t>Analysis 1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1" name="Google Shape;81;p12"/>
          <p:cNvCxnSpPr/>
          <p:nvPr/>
        </p:nvCxnSpPr>
        <p:spPr>
          <a:xfrm rot="10800000">
            <a:off x="21363250" y="44530025"/>
            <a:ext cx="21975600" cy="438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" name="Google Shape;82;p12"/>
          <p:cNvSpPr txBox="1"/>
          <p:nvPr/>
        </p:nvSpPr>
        <p:spPr>
          <a:xfrm>
            <a:off x="21252550" y="54669125"/>
            <a:ext cx="2247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" sz="3000">
                <a:solidFill>
                  <a:schemeClr val="dk1"/>
                </a:solidFill>
              </a:rPr>
              <a:t>Analysis 4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" name="Google Shape;83;p12"/>
          <p:cNvCxnSpPr/>
          <p:nvPr/>
        </p:nvCxnSpPr>
        <p:spPr>
          <a:xfrm flipH="1" rot="10800000">
            <a:off x="35718550" y="35637088"/>
            <a:ext cx="16200" cy="87633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12"/>
          <p:cNvCxnSpPr/>
          <p:nvPr/>
        </p:nvCxnSpPr>
        <p:spPr>
          <a:xfrm rot="10800000">
            <a:off x="21374900" y="51785225"/>
            <a:ext cx="22045500" cy="28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" name="Google Shape;85;p12"/>
          <p:cNvCxnSpPr/>
          <p:nvPr/>
        </p:nvCxnSpPr>
        <p:spPr>
          <a:xfrm flipH="1">
            <a:off x="33447900" y="51951550"/>
            <a:ext cx="11700" cy="7985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12"/>
          <p:cNvSpPr txBox="1"/>
          <p:nvPr/>
        </p:nvSpPr>
        <p:spPr>
          <a:xfrm>
            <a:off x="35832237" y="35318763"/>
            <a:ext cx="7545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" sz="3000">
                <a:solidFill>
                  <a:schemeClr val="dk1"/>
                </a:solidFill>
              </a:rPr>
              <a:t>Analysis 2</a:t>
            </a:r>
            <a:endParaRPr b="1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2"/>
          <p:cNvSpPr txBox="1"/>
          <p:nvPr/>
        </p:nvSpPr>
        <p:spPr>
          <a:xfrm>
            <a:off x="33645000" y="51897000"/>
            <a:ext cx="2791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" sz="3000">
                <a:solidFill>
                  <a:schemeClr val="dk1"/>
                </a:solidFill>
              </a:rPr>
              <a:t>Analysis 5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2"/>
          <p:cNvSpPr/>
          <p:nvPr/>
        </p:nvSpPr>
        <p:spPr>
          <a:xfrm>
            <a:off x="41487400" y="56246575"/>
            <a:ext cx="19149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Upgradable encoder mounts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2"/>
          <p:cNvSpPr txBox="1"/>
          <p:nvPr/>
        </p:nvSpPr>
        <p:spPr>
          <a:xfrm>
            <a:off x="21375375" y="44763125"/>
            <a:ext cx="2247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" sz="3000">
                <a:solidFill>
                  <a:schemeClr val="dk1"/>
                </a:solidFill>
              </a:rPr>
              <a:t>Analysis 3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