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5836800" cx="43891200"/>
  <p:notesSz cx="6858000" cy="9144000"/>
  <p:embeddedFontLst>
    <p:embeddedFont>
      <p:font typeface="Oxanium"/>
      <p:regular r:id="rId6"/>
      <p:bold r:id="rId7"/>
    </p:embeddedFont>
    <p:embeddedFont>
      <p:font typeface="Oxanium ExtraBold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Oxanium-regular.fntdata"/><Relationship Id="rId7" Type="http://schemas.openxmlformats.org/officeDocument/2006/relationships/font" Target="fonts/Oxanium-bold.fntdata"/><Relationship Id="rId8" Type="http://schemas.openxmlformats.org/officeDocument/2006/relationships/font" Target="fonts/Oxanium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496200" y="9530560"/>
            <a:ext cx="40899000" cy="26273400"/>
          </a:xfrm>
          <a:prstGeom prst="rect">
            <a:avLst/>
          </a:prstGeom>
        </p:spPr>
        <p:txBody>
          <a:bodyPr anchorCtr="0" anchor="b" bIns="682650" lIns="682650" spcFirstLastPara="1" rIns="682650" wrap="square" tIns="682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800"/>
              <a:buNone/>
              <a:defRPr sz="38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800"/>
              <a:buNone/>
              <a:defRPr sz="38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800"/>
              <a:buNone/>
              <a:defRPr sz="38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800"/>
              <a:buNone/>
              <a:defRPr sz="38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800"/>
              <a:buNone/>
              <a:defRPr sz="38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800"/>
              <a:buNone/>
              <a:defRPr sz="38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800"/>
              <a:buNone/>
              <a:defRPr sz="38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800"/>
              <a:buNone/>
              <a:defRPr sz="38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800"/>
              <a:buNone/>
              <a:defRPr sz="38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496160" y="36276800"/>
            <a:ext cx="40899000" cy="10145400"/>
          </a:xfrm>
          <a:prstGeom prst="rect">
            <a:avLst/>
          </a:prstGeom>
        </p:spPr>
        <p:txBody>
          <a:bodyPr anchorCtr="0" anchor="t" bIns="682650" lIns="682650" spcFirstLastPara="1" rIns="682650" wrap="square" tIns="6826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496160" y="27530880"/>
            <a:ext cx="40899000" cy="107751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900"/>
              <a:buNone/>
              <a:defRPr sz="2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6900"/>
              <a:buNone/>
              <a:defRPr sz="2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900"/>
              <a:buNone/>
              <a:defRPr sz="2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900"/>
              <a:buNone/>
              <a:defRPr sz="2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900"/>
              <a:buNone/>
              <a:defRPr sz="2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900"/>
              <a:buNone/>
              <a:defRPr sz="2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900"/>
              <a:buNone/>
              <a:defRPr sz="2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900"/>
              <a:buNone/>
              <a:defRPr sz="2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900"/>
              <a:buNone/>
              <a:defRPr sz="269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496160" y="5696320"/>
            <a:ext cx="40899000" cy="7330500"/>
          </a:xfrm>
          <a:prstGeom prst="rect">
            <a:avLst/>
          </a:prstGeom>
        </p:spPr>
        <p:txBody>
          <a:bodyPr anchorCtr="0" anchor="t" bIns="682650" lIns="682650" spcFirstLastPara="1" rIns="682650" wrap="square" tIns="68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496160" y="14751680"/>
            <a:ext cx="40899000" cy="43729800"/>
          </a:xfrm>
          <a:prstGeom prst="rect">
            <a:avLst/>
          </a:prstGeom>
        </p:spPr>
        <p:txBody>
          <a:bodyPr anchorCtr="0" anchor="t" bIns="682650" lIns="682650" spcFirstLastPara="1" rIns="682650" wrap="square" tIns="682650">
            <a:normAutofit/>
          </a:bodyPr>
          <a:lstStyle>
            <a:lvl1pPr indent="-1079500" lvl="0" marL="457200">
              <a:spcBef>
                <a:spcPts val="0"/>
              </a:spcBef>
              <a:spcAft>
                <a:spcPts val="0"/>
              </a:spcAft>
              <a:buSzPts val="13400"/>
              <a:buChar char="●"/>
              <a:defRPr/>
            </a:lvl1pPr>
            <a:lvl2pPr indent="-895350" lvl="1" marL="914400">
              <a:spcBef>
                <a:spcPts val="0"/>
              </a:spcBef>
              <a:spcAft>
                <a:spcPts val="0"/>
              </a:spcAft>
              <a:buSzPts val="10500"/>
              <a:buChar char="○"/>
              <a:defRPr/>
            </a:lvl2pPr>
            <a:lvl3pPr indent="-895350" lvl="2" marL="1371600">
              <a:spcBef>
                <a:spcPts val="0"/>
              </a:spcBef>
              <a:spcAft>
                <a:spcPts val="0"/>
              </a:spcAft>
              <a:buSzPts val="10500"/>
              <a:buChar char="■"/>
              <a:defRPr/>
            </a:lvl3pPr>
            <a:lvl4pPr indent="-895350" lvl="3" marL="1828800">
              <a:spcBef>
                <a:spcPts val="0"/>
              </a:spcBef>
              <a:spcAft>
                <a:spcPts val="0"/>
              </a:spcAft>
              <a:buSzPts val="10500"/>
              <a:buChar char="●"/>
              <a:defRPr/>
            </a:lvl4pPr>
            <a:lvl5pPr indent="-895350" lvl="4" marL="2286000">
              <a:spcBef>
                <a:spcPts val="0"/>
              </a:spcBef>
              <a:spcAft>
                <a:spcPts val="0"/>
              </a:spcAft>
              <a:buSzPts val="10500"/>
              <a:buChar char="○"/>
              <a:defRPr/>
            </a:lvl5pPr>
            <a:lvl6pPr indent="-895350" lvl="5" marL="2743200">
              <a:spcBef>
                <a:spcPts val="0"/>
              </a:spcBef>
              <a:spcAft>
                <a:spcPts val="0"/>
              </a:spcAft>
              <a:buSzPts val="10500"/>
              <a:buChar char="■"/>
              <a:defRPr/>
            </a:lvl6pPr>
            <a:lvl7pPr indent="-895350" lvl="6" marL="3200400">
              <a:spcBef>
                <a:spcPts val="0"/>
              </a:spcBef>
              <a:spcAft>
                <a:spcPts val="0"/>
              </a:spcAft>
              <a:buSzPts val="10500"/>
              <a:buChar char="●"/>
              <a:defRPr/>
            </a:lvl7pPr>
            <a:lvl8pPr indent="-895350" lvl="7" marL="3657600">
              <a:spcBef>
                <a:spcPts val="0"/>
              </a:spcBef>
              <a:spcAft>
                <a:spcPts val="0"/>
              </a:spcAft>
              <a:buSzPts val="10500"/>
              <a:buChar char="○"/>
              <a:defRPr/>
            </a:lvl8pPr>
            <a:lvl9pPr indent="-895350" lvl="8" marL="4114800">
              <a:spcBef>
                <a:spcPts val="0"/>
              </a:spcBef>
              <a:spcAft>
                <a:spcPts val="0"/>
              </a:spcAft>
              <a:buSzPts val="10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496160" y="5696320"/>
            <a:ext cx="40899000" cy="7330500"/>
          </a:xfrm>
          <a:prstGeom prst="rect">
            <a:avLst/>
          </a:prstGeom>
        </p:spPr>
        <p:txBody>
          <a:bodyPr anchorCtr="0" anchor="t" bIns="682650" lIns="682650" spcFirstLastPara="1" rIns="682650" wrap="square" tIns="68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496160" y="14751680"/>
            <a:ext cx="19199400" cy="43729800"/>
          </a:xfrm>
          <a:prstGeom prst="rect">
            <a:avLst/>
          </a:prstGeom>
        </p:spPr>
        <p:txBody>
          <a:bodyPr anchorCtr="0" anchor="t" bIns="682650" lIns="682650" spcFirstLastPara="1" rIns="682650" wrap="square" tIns="682650">
            <a:normAutofit/>
          </a:bodyPr>
          <a:lstStyle>
            <a:lvl1pPr indent="-895350" lvl="0" marL="457200">
              <a:spcBef>
                <a:spcPts val="0"/>
              </a:spcBef>
              <a:spcAft>
                <a:spcPts val="0"/>
              </a:spcAft>
              <a:buSzPts val="10500"/>
              <a:buChar char="●"/>
              <a:defRPr sz="10500"/>
            </a:lvl1pPr>
            <a:lvl2pPr indent="-800100" lvl="1" marL="914400">
              <a:spcBef>
                <a:spcPts val="0"/>
              </a:spcBef>
              <a:spcAft>
                <a:spcPts val="0"/>
              </a:spcAft>
              <a:buSzPts val="9000"/>
              <a:buChar char="○"/>
              <a:defRPr sz="9000"/>
            </a:lvl2pPr>
            <a:lvl3pPr indent="-800100" lvl="2" marL="1371600">
              <a:spcBef>
                <a:spcPts val="0"/>
              </a:spcBef>
              <a:spcAft>
                <a:spcPts val="0"/>
              </a:spcAft>
              <a:buSzPts val="9000"/>
              <a:buChar char="■"/>
              <a:defRPr sz="9000"/>
            </a:lvl3pPr>
            <a:lvl4pPr indent="-800100" lvl="3" marL="1828800">
              <a:spcBef>
                <a:spcPts val="0"/>
              </a:spcBef>
              <a:spcAft>
                <a:spcPts val="0"/>
              </a:spcAft>
              <a:buSzPts val="9000"/>
              <a:buChar char="●"/>
              <a:defRPr sz="9000"/>
            </a:lvl4pPr>
            <a:lvl5pPr indent="-800100" lvl="4" marL="2286000">
              <a:spcBef>
                <a:spcPts val="0"/>
              </a:spcBef>
              <a:spcAft>
                <a:spcPts val="0"/>
              </a:spcAft>
              <a:buSzPts val="9000"/>
              <a:buChar char="○"/>
              <a:defRPr sz="9000"/>
            </a:lvl5pPr>
            <a:lvl6pPr indent="-800100" lvl="5" marL="2743200">
              <a:spcBef>
                <a:spcPts val="0"/>
              </a:spcBef>
              <a:spcAft>
                <a:spcPts val="0"/>
              </a:spcAft>
              <a:buSzPts val="9000"/>
              <a:buChar char="■"/>
              <a:defRPr sz="9000"/>
            </a:lvl6pPr>
            <a:lvl7pPr indent="-800100" lvl="6" marL="3200400">
              <a:spcBef>
                <a:spcPts val="0"/>
              </a:spcBef>
              <a:spcAft>
                <a:spcPts val="0"/>
              </a:spcAft>
              <a:buSzPts val="9000"/>
              <a:buChar char="●"/>
              <a:defRPr sz="9000"/>
            </a:lvl7pPr>
            <a:lvl8pPr indent="-800100" lvl="7" marL="3657600">
              <a:spcBef>
                <a:spcPts val="0"/>
              </a:spcBef>
              <a:spcAft>
                <a:spcPts val="0"/>
              </a:spcAft>
              <a:buSzPts val="9000"/>
              <a:buChar char="○"/>
              <a:defRPr sz="9000"/>
            </a:lvl8pPr>
            <a:lvl9pPr indent="-800100" lvl="8" marL="4114800">
              <a:spcBef>
                <a:spcPts val="0"/>
              </a:spcBef>
              <a:spcAft>
                <a:spcPts val="0"/>
              </a:spcAft>
              <a:buSzPts val="9000"/>
              <a:buChar char="■"/>
              <a:defRPr sz="90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3195520" y="14751680"/>
            <a:ext cx="19199400" cy="43729800"/>
          </a:xfrm>
          <a:prstGeom prst="rect">
            <a:avLst/>
          </a:prstGeom>
        </p:spPr>
        <p:txBody>
          <a:bodyPr anchorCtr="0" anchor="t" bIns="682650" lIns="682650" spcFirstLastPara="1" rIns="682650" wrap="square" tIns="682650">
            <a:normAutofit/>
          </a:bodyPr>
          <a:lstStyle>
            <a:lvl1pPr indent="-895350" lvl="0" marL="457200">
              <a:spcBef>
                <a:spcPts val="0"/>
              </a:spcBef>
              <a:spcAft>
                <a:spcPts val="0"/>
              </a:spcAft>
              <a:buSzPts val="10500"/>
              <a:buChar char="●"/>
              <a:defRPr sz="10500"/>
            </a:lvl1pPr>
            <a:lvl2pPr indent="-800100" lvl="1" marL="914400">
              <a:spcBef>
                <a:spcPts val="0"/>
              </a:spcBef>
              <a:spcAft>
                <a:spcPts val="0"/>
              </a:spcAft>
              <a:buSzPts val="9000"/>
              <a:buChar char="○"/>
              <a:defRPr sz="9000"/>
            </a:lvl2pPr>
            <a:lvl3pPr indent="-800100" lvl="2" marL="1371600">
              <a:spcBef>
                <a:spcPts val="0"/>
              </a:spcBef>
              <a:spcAft>
                <a:spcPts val="0"/>
              </a:spcAft>
              <a:buSzPts val="9000"/>
              <a:buChar char="■"/>
              <a:defRPr sz="9000"/>
            </a:lvl3pPr>
            <a:lvl4pPr indent="-800100" lvl="3" marL="1828800">
              <a:spcBef>
                <a:spcPts val="0"/>
              </a:spcBef>
              <a:spcAft>
                <a:spcPts val="0"/>
              </a:spcAft>
              <a:buSzPts val="9000"/>
              <a:buChar char="●"/>
              <a:defRPr sz="9000"/>
            </a:lvl4pPr>
            <a:lvl5pPr indent="-800100" lvl="4" marL="2286000">
              <a:spcBef>
                <a:spcPts val="0"/>
              </a:spcBef>
              <a:spcAft>
                <a:spcPts val="0"/>
              </a:spcAft>
              <a:buSzPts val="9000"/>
              <a:buChar char="○"/>
              <a:defRPr sz="9000"/>
            </a:lvl5pPr>
            <a:lvl6pPr indent="-800100" lvl="5" marL="2743200">
              <a:spcBef>
                <a:spcPts val="0"/>
              </a:spcBef>
              <a:spcAft>
                <a:spcPts val="0"/>
              </a:spcAft>
              <a:buSzPts val="9000"/>
              <a:buChar char="■"/>
              <a:defRPr sz="9000"/>
            </a:lvl6pPr>
            <a:lvl7pPr indent="-800100" lvl="6" marL="3200400">
              <a:spcBef>
                <a:spcPts val="0"/>
              </a:spcBef>
              <a:spcAft>
                <a:spcPts val="0"/>
              </a:spcAft>
              <a:buSzPts val="9000"/>
              <a:buChar char="●"/>
              <a:defRPr sz="9000"/>
            </a:lvl7pPr>
            <a:lvl8pPr indent="-800100" lvl="7" marL="3657600">
              <a:spcBef>
                <a:spcPts val="0"/>
              </a:spcBef>
              <a:spcAft>
                <a:spcPts val="0"/>
              </a:spcAft>
              <a:buSzPts val="9000"/>
              <a:buChar char="○"/>
              <a:defRPr sz="9000"/>
            </a:lvl8pPr>
            <a:lvl9pPr indent="-800100" lvl="8" marL="4114800">
              <a:spcBef>
                <a:spcPts val="0"/>
              </a:spcBef>
              <a:spcAft>
                <a:spcPts val="0"/>
              </a:spcAft>
              <a:buSzPts val="9000"/>
              <a:buChar char="■"/>
              <a:defRPr sz="90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496160" y="5696320"/>
            <a:ext cx="40899000" cy="7330500"/>
          </a:xfrm>
          <a:prstGeom prst="rect">
            <a:avLst/>
          </a:prstGeom>
        </p:spPr>
        <p:txBody>
          <a:bodyPr anchorCtr="0" anchor="t" bIns="682650" lIns="682650" spcFirstLastPara="1" rIns="682650" wrap="square" tIns="68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9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496160" y="7111680"/>
            <a:ext cx="13478400" cy="9672900"/>
          </a:xfrm>
          <a:prstGeom prst="rect">
            <a:avLst/>
          </a:prstGeom>
        </p:spPr>
        <p:txBody>
          <a:bodyPr anchorCtr="0" anchor="b" bIns="682650" lIns="682650" spcFirstLastPara="1" rIns="682650" wrap="square" tIns="68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1pPr>
            <a:lvl2pPr lvl="1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2pPr>
            <a:lvl3pPr lvl="2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3pPr>
            <a:lvl4pPr lvl="3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4pPr>
            <a:lvl5pPr lvl="4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5pPr>
            <a:lvl6pPr lvl="5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6pPr>
            <a:lvl7pPr lvl="6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7pPr>
            <a:lvl8pPr lvl="7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8pPr>
            <a:lvl9pPr lvl="8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496160" y="17786880"/>
            <a:ext cx="13478400" cy="40696200"/>
          </a:xfrm>
          <a:prstGeom prst="rect">
            <a:avLst/>
          </a:prstGeom>
        </p:spPr>
        <p:txBody>
          <a:bodyPr anchorCtr="0" anchor="t" bIns="682650" lIns="682650" spcFirstLastPara="1" rIns="682650" wrap="square" tIns="682650">
            <a:normAutofit/>
          </a:bodyPr>
          <a:lstStyle>
            <a:lvl1pPr indent="-800100" lvl="0" marL="457200">
              <a:spcBef>
                <a:spcPts val="0"/>
              </a:spcBef>
              <a:spcAft>
                <a:spcPts val="0"/>
              </a:spcAft>
              <a:buSzPts val="9000"/>
              <a:buChar char="●"/>
              <a:defRPr sz="9000"/>
            </a:lvl1pPr>
            <a:lvl2pPr indent="-800100" lvl="1" marL="914400">
              <a:spcBef>
                <a:spcPts val="0"/>
              </a:spcBef>
              <a:spcAft>
                <a:spcPts val="0"/>
              </a:spcAft>
              <a:buSzPts val="9000"/>
              <a:buChar char="○"/>
              <a:defRPr sz="9000"/>
            </a:lvl2pPr>
            <a:lvl3pPr indent="-800100" lvl="2" marL="1371600">
              <a:spcBef>
                <a:spcPts val="0"/>
              </a:spcBef>
              <a:spcAft>
                <a:spcPts val="0"/>
              </a:spcAft>
              <a:buSzPts val="9000"/>
              <a:buChar char="■"/>
              <a:defRPr sz="9000"/>
            </a:lvl3pPr>
            <a:lvl4pPr indent="-800100" lvl="3" marL="1828800">
              <a:spcBef>
                <a:spcPts val="0"/>
              </a:spcBef>
              <a:spcAft>
                <a:spcPts val="0"/>
              </a:spcAft>
              <a:buSzPts val="9000"/>
              <a:buChar char="●"/>
              <a:defRPr sz="9000"/>
            </a:lvl4pPr>
            <a:lvl5pPr indent="-800100" lvl="4" marL="2286000">
              <a:spcBef>
                <a:spcPts val="0"/>
              </a:spcBef>
              <a:spcAft>
                <a:spcPts val="0"/>
              </a:spcAft>
              <a:buSzPts val="9000"/>
              <a:buChar char="○"/>
              <a:defRPr sz="9000"/>
            </a:lvl5pPr>
            <a:lvl6pPr indent="-800100" lvl="5" marL="2743200">
              <a:spcBef>
                <a:spcPts val="0"/>
              </a:spcBef>
              <a:spcAft>
                <a:spcPts val="0"/>
              </a:spcAft>
              <a:buSzPts val="9000"/>
              <a:buChar char="■"/>
              <a:defRPr sz="9000"/>
            </a:lvl6pPr>
            <a:lvl7pPr indent="-800100" lvl="6" marL="3200400">
              <a:spcBef>
                <a:spcPts val="0"/>
              </a:spcBef>
              <a:spcAft>
                <a:spcPts val="0"/>
              </a:spcAft>
              <a:buSzPts val="9000"/>
              <a:buChar char="●"/>
              <a:defRPr sz="9000"/>
            </a:lvl7pPr>
            <a:lvl8pPr indent="-800100" lvl="7" marL="3657600">
              <a:spcBef>
                <a:spcPts val="0"/>
              </a:spcBef>
              <a:spcAft>
                <a:spcPts val="0"/>
              </a:spcAft>
              <a:buSzPts val="9000"/>
              <a:buChar char="○"/>
              <a:defRPr sz="9000"/>
            </a:lvl8pPr>
            <a:lvl9pPr indent="-800100" lvl="8" marL="4114800">
              <a:spcBef>
                <a:spcPts val="0"/>
              </a:spcBef>
              <a:spcAft>
                <a:spcPts val="0"/>
              </a:spcAft>
              <a:buSzPts val="9000"/>
              <a:buChar char="■"/>
              <a:defRPr sz="90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353200" y="5761920"/>
            <a:ext cx="30565500" cy="523623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800"/>
              <a:buNone/>
              <a:defRPr sz="35800"/>
            </a:lvl1pPr>
            <a:lvl2pPr lvl="1">
              <a:spcBef>
                <a:spcPts val="0"/>
              </a:spcBef>
              <a:spcAft>
                <a:spcPts val="0"/>
              </a:spcAft>
              <a:buSzPts val="35800"/>
              <a:buNone/>
              <a:defRPr sz="35800"/>
            </a:lvl2pPr>
            <a:lvl3pPr lvl="2">
              <a:spcBef>
                <a:spcPts val="0"/>
              </a:spcBef>
              <a:spcAft>
                <a:spcPts val="0"/>
              </a:spcAft>
              <a:buSzPts val="35800"/>
              <a:buNone/>
              <a:defRPr sz="35800"/>
            </a:lvl3pPr>
            <a:lvl4pPr lvl="3">
              <a:spcBef>
                <a:spcPts val="0"/>
              </a:spcBef>
              <a:spcAft>
                <a:spcPts val="0"/>
              </a:spcAft>
              <a:buSzPts val="35800"/>
              <a:buNone/>
              <a:defRPr sz="35800"/>
            </a:lvl4pPr>
            <a:lvl5pPr lvl="4">
              <a:spcBef>
                <a:spcPts val="0"/>
              </a:spcBef>
              <a:spcAft>
                <a:spcPts val="0"/>
              </a:spcAft>
              <a:buSzPts val="35800"/>
              <a:buNone/>
              <a:defRPr sz="35800"/>
            </a:lvl5pPr>
            <a:lvl6pPr lvl="5">
              <a:spcBef>
                <a:spcPts val="0"/>
              </a:spcBef>
              <a:spcAft>
                <a:spcPts val="0"/>
              </a:spcAft>
              <a:buSzPts val="35800"/>
              <a:buNone/>
              <a:defRPr sz="35800"/>
            </a:lvl6pPr>
            <a:lvl7pPr lvl="6">
              <a:spcBef>
                <a:spcPts val="0"/>
              </a:spcBef>
              <a:spcAft>
                <a:spcPts val="0"/>
              </a:spcAft>
              <a:buSzPts val="35800"/>
              <a:buNone/>
              <a:defRPr sz="35800"/>
            </a:lvl7pPr>
            <a:lvl8pPr lvl="7">
              <a:spcBef>
                <a:spcPts val="0"/>
              </a:spcBef>
              <a:spcAft>
                <a:spcPts val="0"/>
              </a:spcAft>
              <a:buSzPts val="35800"/>
              <a:buNone/>
              <a:defRPr sz="35800"/>
            </a:lvl8pPr>
            <a:lvl9pPr lvl="8">
              <a:spcBef>
                <a:spcPts val="0"/>
              </a:spcBef>
              <a:spcAft>
                <a:spcPts val="0"/>
              </a:spcAft>
              <a:buSzPts val="35800"/>
              <a:buNone/>
              <a:defRPr sz="35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1600"/>
            <a:ext cx="21945600" cy="6583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2650" lIns="682650" spcFirstLastPara="1" rIns="682650" wrap="square" tIns="68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274400" y="15784640"/>
            <a:ext cx="19416900" cy="18973500"/>
          </a:xfrm>
          <a:prstGeom prst="rect">
            <a:avLst/>
          </a:prstGeom>
        </p:spPr>
        <p:txBody>
          <a:bodyPr anchorCtr="0" anchor="b" bIns="682650" lIns="682650" spcFirstLastPara="1" rIns="682650" wrap="square" tIns="682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400"/>
              <a:buNone/>
              <a:defRPr sz="3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1400"/>
              <a:buNone/>
              <a:defRPr sz="3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1400"/>
              <a:buNone/>
              <a:defRPr sz="3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1400"/>
              <a:buNone/>
              <a:defRPr sz="3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1400"/>
              <a:buNone/>
              <a:defRPr sz="3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1400"/>
              <a:buNone/>
              <a:defRPr sz="3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1400"/>
              <a:buNone/>
              <a:defRPr sz="3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1400"/>
              <a:buNone/>
              <a:defRPr sz="3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1400"/>
              <a:buNone/>
              <a:defRPr sz="31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274400" y="35879360"/>
            <a:ext cx="19416900" cy="15809400"/>
          </a:xfrm>
          <a:prstGeom prst="rect">
            <a:avLst/>
          </a:prstGeom>
        </p:spPr>
        <p:txBody>
          <a:bodyPr anchorCtr="0" anchor="t" bIns="682650" lIns="682650" spcFirstLastPara="1" rIns="682650" wrap="square" tIns="6826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3709600" y="9268160"/>
            <a:ext cx="18417600" cy="472974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indent="-1079500" lvl="0" marL="457200">
              <a:spcBef>
                <a:spcPts val="0"/>
              </a:spcBef>
              <a:spcAft>
                <a:spcPts val="0"/>
              </a:spcAft>
              <a:buSzPts val="13400"/>
              <a:buChar char="●"/>
              <a:defRPr/>
            </a:lvl1pPr>
            <a:lvl2pPr indent="-895350" lvl="1" marL="914400">
              <a:spcBef>
                <a:spcPts val="0"/>
              </a:spcBef>
              <a:spcAft>
                <a:spcPts val="0"/>
              </a:spcAft>
              <a:buSzPts val="10500"/>
              <a:buChar char="○"/>
              <a:defRPr/>
            </a:lvl2pPr>
            <a:lvl3pPr indent="-895350" lvl="2" marL="1371600">
              <a:spcBef>
                <a:spcPts val="0"/>
              </a:spcBef>
              <a:spcAft>
                <a:spcPts val="0"/>
              </a:spcAft>
              <a:buSzPts val="10500"/>
              <a:buChar char="■"/>
              <a:defRPr/>
            </a:lvl3pPr>
            <a:lvl4pPr indent="-895350" lvl="3" marL="1828800">
              <a:spcBef>
                <a:spcPts val="0"/>
              </a:spcBef>
              <a:spcAft>
                <a:spcPts val="0"/>
              </a:spcAft>
              <a:buSzPts val="10500"/>
              <a:buChar char="●"/>
              <a:defRPr/>
            </a:lvl4pPr>
            <a:lvl5pPr indent="-895350" lvl="4" marL="2286000">
              <a:spcBef>
                <a:spcPts val="0"/>
              </a:spcBef>
              <a:spcAft>
                <a:spcPts val="0"/>
              </a:spcAft>
              <a:buSzPts val="10500"/>
              <a:buChar char="○"/>
              <a:defRPr/>
            </a:lvl5pPr>
            <a:lvl6pPr indent="-895350" lvl="5" marL="2743200">
              <a:spcBef>
                <a:spcPts val="0"/>
              </a:spcBef>
              <a:spcAft>
                <a:spcPts val="0"/>
              </a:spcAft>
              <a:buSzPts val="10500"/>
              <a:buChar char="■"/>
              <a:defRPr/>
            </a:lvl6pPr>
            <a:lvl7pPr indent="-895350" lvl="6" marL="3200400">
              <a:spcBef>
                <a:spcPts val="0"/>
              </a:spcBef>
              <a:spcAft>
                <a:spcPts val="0"/>
              </a:spcAft>
              <a:buSzPts val="10500"/>
              <a:buChar char="●"/>
              <a:defRPr/>
            </a:lvl7pPr>
            <a:lvl8pPr indent="-895350" lvl="7" marL="3657600">
              <a:spcBef>
                <a:spcPts val="0"/>
              </a:spcBef>
              <a:spcAft>
                <a:spcPts val="0"/>
              </a:spcAft>
              <a:buSzPts val="10500"/>
              <a:buChar char="○"/>
              <a:defRPr/>
            </a:lvl8pPr>
            <a:lvl9pPr indent="-895350" lvl="8" marL="4114800">
              <a:spcBef>
                <a:spcPts val="0"/>
              </a:spcBef>
              <a:spcAft>
                <a:spcPts val="0"/>
              </a:spcAft>
              <a:buSzPts val="10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496160" y="54151360"/>
            <a:ext cx="28794300" cy="77454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496160" y="14158400"/>
            <a:ext cx="40899000" cy="25132800"/>
          </a:xfrm>
          <a:prstGeom prst="rect">
            <a:avLst/>
          </a:prstGeom>
        </p:spPr>
        <p:txBody>
          <a:bodyPr anchorCtr="0" anchor="b" bIns="682650" lIns="682650" spcFirstLastPara="1" rIns="682650" wrap="square" tIns="682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600"/>
              <a:buNone/>
              <a:defRPr sz="8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89600"/>
              <a:buNone/>
              <a:defRPr sz="8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89600"/>
              <a:buNone/>
              <a:defRPr sz="8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89600"/>
              <a:buNone/>
              <a:defRPr sz="8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89600"/>
              <a:buNone/>
              <a:defRPr sz="8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89600"/>
              <a:buNone/>
              <a:defRPr sz="8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89600"/>
              <a:buNone/>
              <a:defRPr sz="8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89600"/>
              <a:buNone/>
              <a:defRPr sz="8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89600"/>
              <a:buNone/>
              <a:defRPr sz="8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496160" y="40348480"/>
            <a:ext cx="40899000" cy="16650300"/>
          </a:xfrm>
          <a:prstGeom prst="rect">
            <a:avLst/>
          </a:prstGeom>
        </p:spPr>
        <p:txBody>
          <a:bodyPr anchorCtr="0" anchor="t" bIns="682650" lIns="682650" spcFirstLastPara="1" rIns="682650" wrap="square" tIns="682650">
            <a:normAutofit/>
          </a:bodyPr>
          <a:lstStyle>
            <a:lvl1pPr indent="-1079500" lvl="0" marL="457200" algn="ctr">
              <a:spcBef>
                <a:spcPts val="0"/>
              </a:spcBef>
              <a:spcAft>
                <a:spcPts val="0"/>
              </a:spcAft>
              <a:buSzPts val="13400"/>
              <a:buChar char="●"/>
              <a:defRPr/>
            </a:lvl1pPr>
            <a:lvl2pPr indent="-895350" lvl="1" marL="914400" algn="ctr">
              <a:spcBef>
                <a:spcPts val="0"/>
              </a:spcBef>
              <a:spcAft>
                <a:spcPts val="0"/>
              </a:spcAft>
              <a:buSzPts val="10500"/>
              <a:buChar char="○"/>
              <a:defRPr/>
            </a:lvl2pPr>
            <a:lvl3pPr indent="-895350" lvl="2" marL="1371600" algn="ctr">
              <a:spcBef>
                <a:spcPts val="0"/>
              </a:spcBef>
              <a:spcAft>
                <a:spcPts val="0"/>
              </a:spcAft>
              <a:buSzPts val="10500"/>
              <a:buChar char="■"/>
              <a:defRPr/>
            </a:lvl3pPr>
            <a:lvl4pPr indent="-895350" lvl="3" marL="1828800" algn="ctr">
              <a:spcBef>
                <a:spcPts val="0"/>
              </a:spcBef>
              <a:spcAft>
                <a:spcPts val="0"/>
              </a:spcAft>
              <a:buSzPts val="10500"/>
              <a:buChar char="●"/>
              <a:defRPr/>
            </a:lvl4pPr>
            <a:lvl5pPr indent="-895350" lvl="4" marL="2286000" algn="ctr">
              <a:spcBef>
                <a:spcPts val="0"/>
              </a:spcBef>
              <a:spcAft>
                <a:spcPts val="0"/>
              </a:spcAft>
              <a:buSzPts val="10500"/>
              <a:buChar char="○"/>
              <a:defRPr/>
            </a:lvl5pPr>
            <a:lvl6pPr indent="-895350" lvl="5" marL="2743200" algn="ctr">
              <a:spcBef>
                <a:spcPts val="0"/>
              </a:spcBef>
              <a:spcAft>
                <a:spcPts val="0"/>
              </a:spcAft>
              <a:buSzPts val="10500"/>
              <a:buChar char="■"/>
              <a:defRPr/>
            </a:lvl6pPr>
            <a:lvl7pPr indent="-895350" lvl="6" marL="3200400" algn="ctr">
              <a:spcBef>
                <a:spcPts val="0"/>
              </a:spcBef>
              <a:spcAft>
                <a:spcPts val="0"/>
              </a:spcAft>
              <a:buSzPts val="10500"/>
              <a:buChar char="●"/>
              <a:defRPr/>
            </a:lvl7pPr>
            <a:lvl8pPr indent="-895350" lvl="7" marL="3657600" algn="ctr">
              <a:spcBef>
                <a:spcPts val="0"/>
              </a:spcBef>
              <a:spcAft>
                <a:spcPts val="0"/>
              </a:spcAft>
              <a:buSzPts val="10500"/>
              <a:buChar char="○"/>
              <a:defRPr/>
            </a:lvl8pPr>
            <a:lvl9pPr indent="-895350" lvl="8" marL="4114800" algn="ctr">
              <a:spcBef>
                <a:spcPts val="0"/>
              </a:spcBef>
              <a:spcAft>
                <a:spcPts val="0"/>
              </a:spcAft>
              <a:buSzPts val="10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96160" y="5696320"/>
            <a:ext cx="40899000" cy="7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650" lIns="682650" spcFirstLastPara="1" rIns="682650" wrap="square" tIns="68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900"/>
              <a:buNone/>
              <a:defRPr sz="20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900"/>
              <a:buNone/>
              <a:defRPr sz="20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900"/>
              <a:buNone/>
              <a:defRPr sz="20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900"/>
              <a:buNone/>
              <a:defRPr sz="20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900"/>
              <a:buNone/>
              <a:defRPr sz="20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900"/>
              <a:buNone/>
              <a:defRPr sz="20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900"/>
              <a:buNone/>
              <a:defRPr sz="20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900"/>
              <a:buNone/>
              <a:defRPr sz="20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900"/>
              <a:buNone/>
              <a:defRPr sz="20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96160" y="14751680"/>
            <a:ext cx="40899000" cy="43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650" lIns="682650" spcFirstLastPara="1" rIns="682650" wrap="square" tIns="682650">
            <a:normAutofit/>
          </a:bodyPr>
          <a:lstStyle>
            <a:lvl1pPr indent="-1079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400"/>
              <a:buChar char="●"/>
              <a:defRPr sz="13400">
                <a:solidFill>
                  <a:schemeClr val="dk2"/>
                </a:solidFill>
              </a:defRPr>
            </a:lvl1pPr>
            <a:lvl2pPr indent="-895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0"/>
              <a:buChar char="○"/>
              <a:defRPr sz="10500">
                <a:solidFill>
                  <a:schemeClr val="dk2"/>
                </a:solidFill>
              </a:defRPr>
            </a:lvl2pPr>
            <a:lvl3pPr indent="-895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0"/>
              <a:buChar char="■"/>
              <a:defRPr sz="10500">
                <a:solidFill>
                  <a:schemeClr val="dk2"/>
                </a:solidFill>
              </a:defRPr>
            </a:lvl3pPr>
            <a:lvl4pPr indent="-895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0"/>
              <a:buChar char="●"/>
              <a:defRPr sz="10500">
                <a:solidFill>
                  <a:schemeClr val="dk2"/>
                </a:solidFill>
              </a:defRPr>
            </a:lvl4pPr>
            <a:lvl5pPr indent="-895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0"/>
              <a:buChar char="○"/>
              <a:defRPr sz="10500">
                <a:solidFill>
                  <a:schemeClr val="dk2"/>
                </a:solidFill>
              </a:defRPr>
            </a:lvl5pPr>
            <a:lvl6pPr indent="-895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0"/>
              <a:buChar char="■"/>
              <a:defRPr sz="10500">
                <a:solidFill>
                  <a:schemeClr val="dk2"/>
                </a:solidFill>
              </a:defRPr>
            </a:lvl6pPr>
            <a:lvl7pPr indent="-895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0"/>
              <a:buChar char="●"/>
              <a:defRPr sz="10500">
                <a:solidFill>
                  <a:schemeClr val="dk2"/>
                </a:solidFill>
              </a:defRPr>
            </a:lvl7pPr>
            <a:lvl8pPr indent="-895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0"/>
              <a:buChar char="○"/>
              <a:defRPr sz="10500">
                <a:solidFill>
                  <a:schemeClr val="dk2"/>
                </a:solidFill>
              </a:defRPr>
            </a:lvl8pPr>
            <a:lvl9pPr indent="-895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0"/>
              <a:buChar char="■"/>
              <a:defRPr sz="10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0667798" y="59689175"/>
            <a:ext cx="2633700" cy="50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2650" lIns="682650" spcFirstLastPara="1" rIns="682650" wrap="square" tIns="682650">
            <a:normAutofit/>
          </a:bodyPr>
          <a:lstStyle>
            <a:lvl1pPr lvl="0" algn="r">
              <a:buNone/>
              <a:defRPr sz="7500">
                <a:solidFill>
                  <a:schemeClr val="dk2"/>
                </a:solidFill>
              </a:defRPr>
            </a:lvl1pPr>
            <a:lvl2pPr lvl="1" algn="r">
              <a:buNone/>
              <a:defRPr sz="7500">
                <a:solidFill>
                  <a:schemeClr val="dk2"/>
                </a:solidFill>
              </a:defRPr>
            </a:lvl2pPr>
            <a:lvl3pPr lvl="2" algn="r">
              <a:buNone/>
              <a:defRPr sz="7500">
                <a:solidFill>
                  <a:schemeClr val="dk2"/>
                </a:solidFill>
              </a:defRPr>
            </a:lvl3pPr>
            <a:lvl4pPr lvl="3" algn="r">
              <a:buNone/>
              <a:defRPr sz="7500">
                <a:solidFill>
                  <a:schemeClr val="dk2"/>
                </a:solidFill>
              </a:defRPr>
            </a:lvl4pPr>
            <a:lvl5pPr lvl="4" algn="r">
              <a:buNone/>
              <a:defRPr sz="7500">
                <a:solidFill>
                  <a:schemeClr val="dk2"/>
                </a:solidFill>
              </a:defRPr>
            </a:lvl5pPr>
            <a:lvl6pPr lvl="5" algn="r">
              <a:buNone/>
              <a:defRPr sz="7500">
                <a:solidFill>
                  <a:schemeClr val="dk2"/>
                </a:solidFill>
              </a:defRPr>
            </a:lvl6pPr>
            <a:lvl7pPr lvl="6" algn="r">
              <a:buNone/>
              <a:defRPr sz="7500">
                <a:solidFill>
                  <a:schemeClr val="dk2"/>
                </a:solidFill>
              </a:defRPr>
            </a:lvl7pPr>
            <a:lvl8pPr lvl="7" algn="r">
              <a:buNone/>
              <a:defRPr sz="7500">
                <a:solidFill>
                  <a:schemeClr val="dk2"/>
                </a:solidFill>
              </a:defRPr>
            </a:lvl8pPr>
            <a:lvl9pPr lvl="8" algn="r">
              <a:buNone/>
              <a:defRPr sz="75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1"/>
            </a:gs>
            <a:gs pos="35000">
              <a:schemeClr val="accent1"/>
            </a:gs>
            <a:gs pos="76000">
              <a:srgbClr val="E06666"/>
            </a:gs>
            <a:gs pos="100000">
              <a:srgbClr val="CC0000"/>
            </a:gs>
          </a:gsLst>
          <a:lin ang="1619866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76875" y="5158750"/>
            <a:ext cx="21533100" cy="109341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77500" y="38159475"/>
            <a:ext cx="21533100" cy="153573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76900" y="22066300"/>
            <a:ext cx="21533100" cy="159525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2080675" y="39608225"/>
            <a:ext cx="21533100" cy="206979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2071625" y="5163475"/>
            <a:ext cx="21552300" cy="109293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277500" y="53668625"/>
            <a:ext cx="21533100" cy="118716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9498875" y="5245700"/>
            <a:ext cx="28905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Problem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8339025" y="10074563"/>
            <a:ext cx="60288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En</a:t>
            </a: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g</a:t>
            </a: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ineering Goal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77500" y="16228025"/>
            <a:ext cx="21533100" cy="57030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142875" y="16245075"/>
            <a:ext cx="7581600" cy="16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Design Constraints/Variables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193100" y="16248850"/>
            <a:ext cx="4512000" cy="16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Background Information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4380775" y="16248850"/>
            <a:ext cx="59058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Material Cost Breakdown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7055750" y="22172950"/>
            <a:ext cx="7665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Method/Design Theory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6344775" y="53730125"/>
            <a:ext cx="8661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Final Design Mechanical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310100" y="38187925"/>
            <a:ext cx="109572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Iteration &amp; Theory Confirmation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22076050" y="16228025"/>
            <a:ext cx="8545200" cy="167346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22080675" y="16250899"/>
            <a:ext cx="85452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Final Design Construction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22090750" y="33116225"/>
            <a:ext cx="21533100" cy="63456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 txBox="1"/>
          <p:nvPr/>
        </p:nvSpPr>
        <p:spPr>
          <a:xfrm>
            <a:off x="29574050" y="33170888"/>
            <a:ext cx="65784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Calibration/Testing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30787575" y="16228100"/>
            <a:ext cx="12825900" cy="167346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32684725" y="16264450"/>
            <a:ext cx="88725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Final Design Programming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22080675" y="60452600"/>
            <a:ext cx="8872500" cy="50874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31113600" y="60452525"/>
            <a:ext cx="12510300" cy="5087400"/>
          </a:xfrm>
          <a:prstGeom prst="rect">
            <a:avLst/>
          </a:prstGeom>
          <a:solidFill>
            <a:srgbClr val="FFFFFF">
              <a:alpha val="93670"/>
            </a:srgbClr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29030600" y="5157638"/>
            <a:ext cx="7665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Final Design Electrical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22145925" y="46403363"/>
            <a:ext cx="87069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Results 2 + Analysis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24422963" y="60596175"/>
            <a:ext cx="39000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Conclusion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35375925" y="60600375"/>
            <a:ext cx="39000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Work Cited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315249" y="54522400"/>
            <a:ext cx="33789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Major Component 1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315250" y="61835525"/>
            <a:ext cx="29325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Component 2</a:t>
            </a:r>
            <a:endParaRPr sz="3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328450" y="23036750"/>
            <a:ext cx="1020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Explanation/Discovery 1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307500" y="28000375"/>
            <a:ext cx="1020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Explanation/Discovery 2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209000" y="23371700"/>
            <a:ext cx="124449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686450" y="28340450"/>
            <a:ext cx="119676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9566275" y="32077275"/>
            <a:ext cx="120876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28438" y="31704413"/>
            <a:ext cx="1020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Explanation/Discovery 3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28450" y="38925463"/>
            <a:ext cx="293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Prototype</a:t>
            </a: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 V1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19266" y="45970625"/>
            <a:ext cx="286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Prototype V2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3085000" y="39232800"/>
            <a:ext cx="52965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3553875" y="46279175"/>
            <a:ext cx="48276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 rot="5400000">
            <a:off x="1435125" y="46270300"/>
            <a:ext cx="141417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571250" y="38931638"/>
            <a:ext cx="375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Prototype V3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2629325" y="39229800"/>
            <a:ext cx="90246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3311775" y="62189625"/>
            <a:ext cx="183420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3959750" y="54826600"/>
            <a:ext cx="176943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33325" y="62506925"/>
            <a:ext cx="47643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22120338" y="5865400"/>
            <a:ext cx="363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More D</a:t>
            </a: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evelopment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25839588" y="6200350"/>
            <a:ext cx="176439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24741925" y="10073250"/>
            <a:ext cx="187416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22120350" y="9737988"/>
            <a:ext cx="363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Final Design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2277038" y="17050713"/>
            <a:ext cx="714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Major Component 1 </a:t>
            </a: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Construction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22271663" y="27598200"/>
            <a:ext cx="363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Component 2 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29561805" y="17381650"/>
            <a:ext cx="7536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25607302" y="27923775"/>
            <a:ext cx="48816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22120350" y="56794200"/>
            <a:ext cx="52965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Other Results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3142950" y="56810075"/>
            <a:ext cx="628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Other Results</a:t>
            </a:r>
            <a:endParaRPr sz="5000">
              <a:solidFill>
                <a:schemeClr val="dk1"/>
              </a:solidFill>
              <a:latin typeface="Oxanium ExtraBold"/>
              <a:ea typeface="Oxanium ExtraBold"/>
              <a:cs typeface="Oxanium ExtraBold"/>
              <a:sym typeface="Oxanium ExtraBold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7641600" y="33400100"/>
            <a:ext cx="552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Measurables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24143588" y="33400100"/>
            <a:ext cx="325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Oxanium"/>
                <a:ea typeface="Oxanium"/>
                <a:cs typeface="Oxanium"/>
                <a:sym typeface="Oxanium"/>
              </a:rPr>
              <a:t>Calibration Data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22120350" y="40314475"/>
            <a:ext cx="71478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Results 1 + </a:t>
            </a: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Analysis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22137358" y="50685975"/>
            <a:ext cx="32502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Oxanium"/>
                <a:ea typeface="Oxanium"/>
                <a:cs typeface="Oxanium"/>
                <a:sym typeface="Oxanium"/>
              </a:rPr>
              <a:t>Other Results</a:t>
            </a:r>
            <a:endParaRPr b="1" sz="300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13" name="Google Shape;113;p13"/>
          <p:cNvSpPr/>
          <p:nvPr/>
        </p:nvSpPr>
        <p:spPr>
          <a:xfrm rot="-5400000">
            <a:off x="31489338" y="58553075"/>
            <a:ext cx="32778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0" y="0"/>
            <a:ext cx="43891200" cy="4965300"/>
          </a:xfrm>
          <a:prstGeom prst="rect">
            <a:avLst/>
          </a:prstGeom>
          <a:solidFill>
            <a:srgbClr val="000C32">
              <a:alpha val="79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133650" y="373650"/>
            <a:ext cx="43623900" cy="3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3000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rPr>
              <a:t>Name of Project: Description of Project (</a:t>
            </a:r>
            <a:r>
              <a:rPr b="1" lang="en" sz="13000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rPr>
              <a:t>Insert</a:t>
            </a:r>
            <a:r>
              <a:rPr b="1" lang="en" sz="13000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rPr>
              <a:t> Image of Project Behind Translucent Black Rectangle)</a:t>
            </a:r>
            <a:endParaRPr b="1" i="0" sz="13000" u="none" cap="none" strike="noStrike">
              <a:solidFill>
                <a:schemeClr val="lt1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4925475" y="51061550"/>
            <a:ext cx="185631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30852825" y="46734975"/>
            <a:ext cx="126303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30241400" y="39685025"/>
            <a:ext cx="4677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Oxanium ExtraBold"/>
                <a:ea typeface="Oxanium ExtraBold"/>
                <a:cs typeface="Oxanium ExtraBold"/>
                <a:sym typeface="Oxanium ExtraBold"/>
              </a:rPr>
              <a:t>Data Analysis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29030600" y="40653125"/>
            <a:ext cx="144528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27086025" y="57143800"/>
            <a:ext cx="58713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27102825" y="57147388"/>
            <a:ext cx="58713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39295225" y="57160175"/>
            <a:ext cx="4188300" cy="2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19752250" y="27751450"/>
            <a:ext cx="1872000" cy="18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11674171" y="28652849"/>
            <a:ext cx="643200" cy="17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